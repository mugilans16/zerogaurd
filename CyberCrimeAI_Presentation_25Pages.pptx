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CyberCrimeAI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Cybercrime Reporting System</a:t>
            </a:r>
          </a:p>
          <a:p>
            <a:r>
              <a:t>(25-Page Comprehensive Overview)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Cyber Crime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Cybercrimes are rapidly increasing globally.</a:t>
            </a:r>
          </a:p>
          <a:p>
            <a:r>
              <a:t>Traditional reporting methods are often slow and complex.</a:t>
            </a:r>
          </a:p>
          <a:p>
            <a:r>
              <a:t>Citizens face hurdles in understanding legal terminologies.</a:t>
            </a:r>
          </a:p>
          <a:p>
            <a:r>
              <a:t>A modernized, digital-first approach is necessary.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Vision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Vision: A safer digital space for every citizen.</a:t>
            </a:r>
          </a:p>
          <a:p>
            <a:r>
              <a:t>Mission: Simplify the reporting process using AI and modern tech.</a:t>
            </a:r>
          </a:p>
          <a:p>
            <a:r>
              <a:t>Goal: Provide immediate assistance, guidance, and formal reporting.</a:t>
            </a:r>
          </a:p>
          <a:p>
            <a:r>
              <a:t>Reduce the barrier to entry for cybercrime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Victims of cybercrime often panic and don't know the exact steps to take.</a:t>
            </a:r>
          </a:p>
          <a:p>
            <a:r>
              <a:t>Law enforcement receives unstructured and incomplete reports.</a:t>
            </a:r>
          </a:p>
          <a:p>
            <a:r>
              <a:t>Lack of immediate automated guidance during an incident.</a:t>
            </a:r>
          </a:p>
          <a:p>
            <a:r>
              <a:t>Authentication and verification of reporters is a challenge.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Our Solution: CyberCrimeAI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AI-powered web application for structured reporting.</a:t>
            </a:r>
          </a:p>
          <a:p>
            <a:r>
              <a:t>Interactive UI that guides the user step-by-step.</a:t>
            </a:r>
          </a:p>
          <a:p>
            <a:r>
              <a:t>Integrates SSO and DigiLocker for trusted identity verification.</a:t>
            </a:r>
          </a:p>
          <a:p>
            <a:r>
              <a:t>Automatically compiles evidence into a standardized PDF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Target Audience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 Citizens: Easy-to-use platform with no technical jargon.</a:t>
            </a:r>
          </a:p>
          <a:p>
            <a:r>
              <a:t>Law Enforcement: Receives organized, verifiable data.</a:t>
            </a:r>
          </a:p>
          <a:p>
            <a:r>
              <a:t>Impact: Faster response times and better tracking of incidents.</a:t>
            </a:r>
          </a:p>
          <a:p>
            <a:r>
              <a:t>Empowers individuals to take immediate action against fraud.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Entire Project Features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UI/UX with responsive design.</a:t>
            </a:r>
          </a:p>
          <a:p>
            <a:r>
              <a:t>15 Specialized Crime Categories.</a:t>
            </a:r>
          </a:p>
          <a:p>
            <a:r>
              <a:t>Interactive AI Chat Sandbox.</a:t>
            </a:r>
          </a:p>
          <a:p>
            <a:r>
              <a:t>Automated Report Generation.</a:t>
            </a:r>
          </a:p>
          <a:p>
            <a:r>
              <a:t>Emergency Portal Integration.</a:t>
            </a:r>
          </a:p>
          <a:p>
            <a:r>
              <a:t>Secure Authentication 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Feature: Modern UI &amp;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Blue primary colors for trust and security.</a:t>
            </a:r>
          </a:p>
          <a:p>
            <a:r>
              <a:t>Clean, white cards and backgrounds for readability.</a:t>
            </a:r>
          </a:p>
          <a:p>
            <a:r>
              <a:t>Subtle micro-animations to enhance user experience.</a:t>
            </a:r>
          </a:p>
          <a:p>
            <a:r>
              <a:t>Fully responsive for both desktop and mobile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Feature: 15 Specialized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covers 15 distinct types of cybercrimes.</a:t>
            </a:r>
          </a:p>
          <a:p>
            <a:r>
              <a:t>Includes Financial Fraud, Identity Theft, Cyberbullying, etc.</a:t>
            </a:r>
          </a:p>
          <a:p>
            <a:r>
              <a:t>Grid layout provides an easy overview of all options.</a:t>
            </a:r>
          </a:p>
          <a:p>
            <a:r>
              <a:t>Allows targeted data collection based on the crime type.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Feature: Live Search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instantly search for their specific issue.</a:t>
            </a:r>
          </a:p>
          <a:p>
            <a:r>
              <a:t>Search dynamically filters the 15 categories in real-time.</a:t>
            </a:r>
          </a:p>
          <a:p>
            <a:r>
              <a:t>Reduces time spent looking for the correct reporting section.</a:t>
            </a:r>
          </a:p>
          <a:p>
            <a:r>
              <a:t>Enhances accessibility for stressed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Feature: Interactive AI Chat Sandbox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real-time AI assistant that acts as a first responder.</a:t>
            </a:r>
          </a:p>
          <a:p>
            <a:r>
              <a:t>Analyzes user input to understand the incident context.</a:t>
            </a:r>
          </a:p>
          <a:p>
            <a:r>
              <a:t>Provides immediate, actionable checklists (e.g., blocking cards).</a:t>
            </a:r>
          </a:p>
          <a:p>
            <a:r>
              <a:t>Acts as an empathetic guide during a stressful situation.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Feature: Dynamic Risk Leveling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evaluates the severity of the incident.</a:t>
            </a:r>
          </a:p>
          <a:p>
            <a:r>
              <a:t>Assigns risk levels (High, Medium, Low) dynamically.</a:t>
            </a:r>
          </a:p>
          <a:p>
            <a:r>
              <a:t>Helps prioritize severe incidents for immediate action.</a:t>
            </a:r>
          </a:p>
          <a:p>
            <a:r>
              <a:t>Visually alerts the user to critical next steps.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Feature: Dynamic Questioning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forms are replaced with AI-driven questions.</a:t>
            </a:r>
          </a:p>
          <a:p>
            <a:r>
              <a:t>Questions adapt based on the specific type of crime selected.</a:t>
            </a:r>
          </a:p>
          <a:p>
            <a:r>
              <a:t>Ensures only relevant information is requested from the user.</a:t>
            </a:r>
          </a:p>
          <a:p>
            <a:r>
              <a:t>Improves the quality and completeness of the final report.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Feature: Automated PDF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user answers and uploaded evidence are compiled automatically.</a:t>
            </a:r>
          </a:p>
          <a:p>
            <a:r>
              <a:t>Generates a formal, legally structured PDF document.</a:t>
            </a:r>
          </a:p>
          <a:p>
            <a:r>
              <a:t>Includes timestamps, reference numbers, and user details.</a:t>
            </a:r>
          </a:p>
          <a:p>
            <a:r>
              <a:t>Ready for immediate submission to law enforcement.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Feature: Emergency Numbers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One-tap access to critical helplines.</a:t>
            </a:r>
          </a:p>
          <a:p>
            <a:r>
              <a:t>Includes National Cyber Crime Helpline (1930).</a:t>
            </a:r>
          </a:p>
          <a:p>
            <a:r>
              <a:t>Includes General Emergency (112) and Women Helpline (1091).</a:t>
            </a:r>
          </a:p>
          <a:p>
            <a:r>
              <a:t>Crucial for immediate intervention in ongoing frauds.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Feature: Interactive Stats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real-time statistics of resolved cases or site usage.</a:t>
            </a:r>
          </a:p>
          <a:p>
            <a:r>
              <a:t>Numbers animate and count up automatically on scroll.</a:t>
            </a:r>
          </a:p>
          <a:p>
            <a:r>
              <a:t>Builds trust and credibility with new users.</a:t>
            </a:r>
          </a:p>
          <a:p>
            <a:r>
              <a:t>Demonstrates the platform's active usage.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Total Workflow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application follows a structured 5-step process.</a:t>
            </a:r>
          </a:p>
          <a:p>
            <a:r>
              <a:t>Ensures users don't miss critical steps.</a:t>
            </a:r>
          </a:p>
          <a:p>
            <a:r>
              <a:t>Flow: Login -&gt; Select Category -&gt; AI Analysis -&gt; Details -&gt; Submit.</a:t>
            </a:r>
          </a:p>
          <a:p>
            <a:r>
              <a:t>Designed for maximum user retention and completion rates.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Workflow Step 1: User Initiation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lands on the secure dashboard.</a:t>
            </a:r>
          </a:p>
          <a:p>
            <a:r>
              <a:t>Dashboard displays past reports and their current status.</a:t>
            </a:r>
          </a:p>
          <a:p>
            <a:r>
              <a:t>User clicks 'Report New Incident' to begin.</a:t>
            </a:r>
          </a:p>
          <a:p>
            <a:r>
              <a:t>System generates a unique tracking reference (CC-YYYY-NNNNN).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Workflow Step 2: Category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is presented with the 15 crime categories.</a:t>
            </a:r>
          </a:p>
          <a:p>
            <a:r>
              <a:t>User selects the category that best matches their situation.</a:t>
            </a:r>
          </a:p>
          <a:p>
            <a:r>
              <a:t>This selection dictates the rest of the AI flow.</a:t>
            </a:r>
          </a:p>
          <a:p>
            <a:r>
              <a:t>Ensures specialized handling of the complaint.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Workflow Step 3: AI Incident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interacts with the AI Chat Sandbox.</a:t>
            </a:r>
          </a:p>
          <a:p>
            <a:r>
              <a:t>Describes the incident in their own words.</a:t>
            </a:r>
          </a:p>
          <a:p>
            <a:r>
              <a:t>AI extracts key facts and suggests immediate preventative actions.</a:t>
            </a:r>
          </a:p>
          <a:p>
            <a:r>
              <a:t>Sets the stage for formal data collection.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Workflow Step 4: Evidence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answers the dynamic questions generated by the AI.</a:t>
            </a:r>
          </a:p>
          <a:p>
            <a:r>
              <a:t>Uploads relevant evidence (screenshots, bank statements, PDFs).</a:t>
            </a:r>
          </a:p>
          <a:p>
            <a:r>
              <a:t>Files are securely processed and attached to the session.</a:t>
            </a:r>
          </a:p>
          <a:p>
            <a:r>
              <a:t>System validates the completeness of the 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Workflow Step 5: Final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is presented with a preview of their entire complaint.</a:t>
            </a:r>
          </a:p>
          <a:p>
            <a:r>
              <a:t>Can review answers and check uploaded files.</a:t>
            </a:r>
          </a:p>
          <a:p>
            <a:r>
              <a:t>Upon confirmation, the Automated PDF is generated.</a:t>
            </a:r>
          </a:p>
          <a:p>
            <a:r>
              <a:t>Complaint is officially logged in the database.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Authentication Flow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is paramount in cybercrime reporting.</a:t>
            </a:r>
          </a:p>
          <a:p>
            <a:r>
              <a:t>Platform offers multiple layers of authentication.</a:t>
            </a:r>
          </a:p>
          <a:p>
            <a:r>
              <a:t>Ensures the identity of the reporter is known and verifiable.</a:t>
            </a:r>
          </a:p>
          <a:p>
            <a:r>
              <a:t>Prevents spam and fake reporting.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Auth Flow: Traditional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register with Email, Name, and Phone Number.</a:t>
            </a:r>
          </a:p>
          <a:p>
            <a:r>
              <a:t>Passwords are securely hashed using Werkzeug.</a:t>
            </a:r>
          </a:p>
          <a:p>
            <a:r>
              <a:t>Session management ensures secure access to the dashboard.</a:t>
            </a:r>
          </a:p>
          <a:p>
            <a:r>
              <a:t>OTP verification can be enforced for added security.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Auth Flow: SSO &amp; DigiLocker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SSO integration for 1-click secure login.</a:t>
            </a:r>
          </a:p>
          <a:p>
            <a:r>
              <a:t>DigiLocker integration to verify official government documents.</a:t>
            </a:r>
          </a:p>
          <a:p>
            <a:r>
              <a:t>Elevates the trust level of the user's account.</a:t>
            </a:r>
          </a:p>
          <a:p>
            <a:r>
              <a:t>Streamlines the onboarding process for citizens.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CyberCrimeAI modernizes the reporting infrastructure.</a:t>
            </a:r>
          </a:p>
          <a:p>
            <a:r>
              <a:t>Future Scope: Direct integration with police precinct databases.</a:t>
            </a:r>
          </a:p>
          <a:p>
            <a:r>
              <a:t>Future Scope: Multi-lingual AI support for rural areas.</a:t>
            </a:r>
          </a:p>
          <a:p>
            <a:r>
              <a:t>Thank you for reviewing the CyberCrimeAI platform!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